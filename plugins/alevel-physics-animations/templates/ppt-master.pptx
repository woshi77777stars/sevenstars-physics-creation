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A-Level Physics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/>
            </a:pPr>
            <a:r>
              <a:t>Step one appears on click.</a:t>
            </a:r>
          </a:p>
          <a:p>
            <a:pPr>
              <a:spcAft>
                <a:spcPts val="1600"/>
              </a:spcAft>
              <a:defRPr sz="2100"/>
            </a:pPr>
            <a:r>
              <a:t>Step two appears on the next click.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>
                                      <p:txEl>
                                        <p:pRg st="0" end="0"/>
                                      </p:txEl>
                                    </p:spTgt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presetID="1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>
                                      <p:txEl>
                                        <p:pRg st="1" end="1"/>
                                      </p:txEl>
                                    </p:spTgt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